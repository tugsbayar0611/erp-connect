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73152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Resource Planning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Байгууллагын бүхий л үйл ажиллагааг нэг платформ дээрээс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удирдах, автоматжуулах, хянах боломжийг олгоно.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15+ Модуль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0E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🇲🇳 100% Монгол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0D332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Real-time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2E106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RBAC + 2FA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3D18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AI 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92640" y="457200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3B0A2A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45720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Multi-tenant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ТАНИЛЦУУЛГА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Яагаад MonERP?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Байгууллагуудын тулгамдаж буй асуудлууд ба MonERP-ийн шийдэл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Одоогийн асуудлууд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тусдаа систем (Excel, 1С, цаасан бүртгэл)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Мэдээлэл тархсан, нэгтгэл хэцүү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 ажиллагаа ихтэй, алдаа гарах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хугацааны алдагдал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Тайлан гаргахад удаан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Ажилтнуудын харилцаа доголдолтой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Аюулгүй байдлын хяналт сул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Цалин тооцоолол гар ажиллагаатай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Ирцийн бүртгэл найдваргүй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MonERP Шийдэл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модулиуд нэг платформд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Нэгдсэн PostgreSQL мэдээллийн сан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Автоматжуулсан тооцоолол (НДШ, ХХОАТ)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мэдэгдэл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Шууд тайлан, PDF/Excel экспорт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чат, мэдээний самбар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+ 2FA + Audit Log хамгаалалт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 + Selfie ирц бүртгэл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мөнгөний урсгалын таамаглал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ТОЙМ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модулиуд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MonERP нь 15+ үндсэн модулиас бүрдсэн нэгдсэн систем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Хянах самбар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Хүний нөөц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Ирц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Цалин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971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71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Гүйцэтгэл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2971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971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Санхүү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971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Агуулах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78240" y="2971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2971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Борлуулалт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114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CRM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0" y="4114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 Тээвэр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 Цайны газар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78240" y="4114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HSE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97280" y="5257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257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Чат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0" y="5257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5257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Баримт DMS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5257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5257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 Хүсэлт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78240" y="5257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5257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 Мэдээ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Хянах самбар (Dashboard)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KPI нэг дэлгэцэнд. Удирдлагын шийдвэр гаргахад тусална.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Бодит цагийн KPI Widget-ууд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Нийт/идэвхтэй ажилтны тоо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Өнөөдрийн ирцийн хувь — Ирсэн/Хоцорсон/Тасалсан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Сарын цалингийн зардал (нийт, цэвэр)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Борлуулалтын орлого, тренд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Хүлээгдэж буй хүсэлтүүд, агуулах сэрэмжлүүлэг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Мөнгөний урсгал (Cash Flow)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хоногийн орлого/зарлагын таамаглал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Цэвэр мөнгөн урсгал (Net Cash Flow)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Итгэлцлийн түвшин: High / Medium / Low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 зөвлөмж — бэлтгэн нийлүүлэгчдэд төлбөр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Used тоо харагдана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🌤️ Цаг агаар &amp; Валют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6634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Улаанбаатарын бодит цаг агаар (OpenWeatherMap)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Хүйтний сэрэмжлүүлэг → WFH санал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USD, CNY, RUB, KRW ханш, валют хөрвүүлэгч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 тутамд автомат шинэчлэл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Нэмэлт виджетүүд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6634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of Fame — Шилдэг ажилтнууд (Kudos)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И-Баримтын статус — илгээсэн/амжилттай/алдаа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Mode 🟢/🔴, Demo Mode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график — 6 сарын тренд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ХҮНИЙ НӨӨЦ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Хүний нөөцийн удирдлага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Ажилтны бүх мэдээллийг бүртгэх, удирдах, тайлагнах иж бүрэн модуль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Ажилтны бүртгэл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Профайл: нэр, код, РД, утас, имэйл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Хэлтэс, албан тушаал (Job Titles модуль)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Идэвхтэй / Туршилтын / Амралт / Гарсан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автомат үүсгэх, CSV/Excel экспорт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Хэлтэс &amp; Албан тушаал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 бүтцийн хэлтэс (parentDepartment)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 бүрт менежер тохируулах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Titles — Стандартчилсан албан тушаал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 харагдац, ажилтны тоо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Gamification систем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Kudos оноо — Achievements (Early Bird, Perfect Month)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History, Wall of Fame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Ирцийн тогтмол байдлаас оноо олгох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Мэдэгдэл &amp; Шинж чанарууд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Төрсөн өдрийн сануулга — 7 хоногийн дотор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Туршилтын хугацаа &amp; гэрээ дуусах сэрэмжлүүлэг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Шүүлтүүр: хэлтэс, статус, хайлт, хэвлэх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ХҮНИЙ НӨӨЦ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Ирцийн бүртгэл (Attendance)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Geofencing, Selfie зураг, олон бүртгэлийн хэлбэр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Geofencing бүртгэл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Салбарын GPS координат тохируулах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радиус: 50-500 метр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 Check-in/Check-out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Оффис WiFi SSID баталгаажуулалт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Selfie ирц бүртгэл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2860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ашиглан selfie авах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&amp; Check-out зураг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хадгалалт, Admin хянах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Хуурамч ирцээс хамгаалах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Ирцийн тайлан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&amp; хүснэгт горим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төлөв: Ирсэн, Хоцорсон, Тасалсан...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Сарын тайлан, хэлтсээр шүүх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Ажилласан цагийн тооцоо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GPS/📸 Selfie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 бүртгэл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Ажилласан цаг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Цалин тооцоо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✅ Ирцийн workflow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ХҮНИЙ НӨӨЦ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 Ээлж, Чөлөө &amp; Хуваарь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Ажилтнуудын ээлжийн хуваарь, чөлөөний workflow, roster удирдлага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Ээлжийн хуваарь (Roster)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Calendar — Сар/7 хоногийн хуваарь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Ээлжийн Template Builder — урьдчилсан загвар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Ээлж: эхлэх/дуусах цаг, нэр, өнгө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ээлж оноох (менежер)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 өөрийн ээлжийг харах (My Roster)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Хэлтэс, салбар бүрт тусдаа хуваарь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🏖️ Чөлөөний систем (Leave)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төрөл: Ээлжийн амралт, Өвчний, Хувийн, Бусад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 хүсэх → Менежер батлах/татгалзах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Батлах үед ирцийн бүртгэл автомат үүснэ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Approved / Rejected статус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 өөрийн чөлөөг хянах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Чөлөөний үлдэгдэл тооцоо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5303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 хүсэлт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5303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5303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5303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0" y="5303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Менежер хянах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5303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5303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Батлах / ❌ Татгалзах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0" y="5303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875520" y="53035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Ирц автомат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ЦАЛИН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Цалингийн систем (Payroll)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Монголын хууль тогтоомжид нийцсэн автомат цалин тооцоолол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Татварын тооцоолол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НДШ (SHI) — Ажилтан 11.5%, Ажил олгогч 12.5%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ХХОАТ (PIT) — Шатлалт татвар (10-25%)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Доод цалин: ₮550,000, автомат тооцоолол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Ирцэд суурилсан тооцоо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Ажилласан өдрөөс цалин тооцоолол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Хагас сарын тохиргоо: 1-14, 15-сарын сүүл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Run: draft → processing → paid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Нэмэгдэл &amp; Урьдчилгаа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Нэмэгдэл (Allowances) — Унаа, хоол гэх мэт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Татвартай/татваргүй, тогтмол/нэг удаагийн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Цалингийн урьдчилгаа, зээлийн суутгал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Payslip &amp; Тайлан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Payslip — Earnings + Deductions breakdown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Олноор батлах/устгах (Bulk), цалингийн түүх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Dashboard-д сарын зардлын график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ХҮНИЙ НӨӨЦ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Гүйцэтгэлийн удирдлага (Performance)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зорилт тавих, хянах, үнэлэх, тайлагнах бүрэн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Үнэлгээний Үе (Period)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Хагас жил / Улирал / Жил. Active → Locked → Archived.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74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Зорилт (Goal)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%, тоо, мөнгө, boolean. Weight 0-100%. Due date.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17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Оноо = (Weight × Progress × Quality) / 500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Rating: 1-5 (Менежер). Нийт жин 100%.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017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Workflow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337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Submitted → Approved → Evaluated → Locked.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60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Багийн тайлан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Менежер бүх багийнхаа зорилт. Bulk Approve. Excel экспорт.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60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Inbox систем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480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Батлах/үнэлэх зорилтууд автомат. Evidence хавсаргах.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5257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5303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Audit Trail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5623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өөрчлөлтийн түүх. Хэн, хэзээ, юу.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5257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53035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Period Lock &amp; PDF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5623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Түгжсэний дараа өөрчлөлт боломжгүй. PDF тайлан.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САНХҮҮ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Санхүү &amp; Нягтлан бодох бүртгэл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Нэхэмжлэх, ерөнхий журнал, дансны төлөвлөгөө, банкны хуулга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Нэхэмжлэх (Invoices)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Худалдан авалт &amp; борлуулалтын нэхэмжлэх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 дугаарлалт (INV-2024-001)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Posted → Paid / Overdue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хэвлэх — лого, гарын үсэг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QR код → Төлбөр хүлээх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И-Баримт → PosAPI 3.0 автомат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Нэхэмжлэхийн мөрүүд: бараа, тоо, НӨАТ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📒 Ерөнхий журнал (GL)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— Дебит/Кредит бүртгэл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Engine — автомат GL бичилт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of Accounts (Дансны төлөвлөгөө)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Дансны ангилал: Asset, Liability, Equity...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Журналын бичилт хайх, шүүх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Дансны үлдэгдэл (Account Balance)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Банк &amp; Татвар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22860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хуулга импорт (CSV/Excel)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Тулгалт (Reconciliation) — Хуулга ↔ GL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Татварын код тохиргоо (Tax Codes)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НӨАТ 10% стандарт, 0% чөлөөлөгдсөн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callback → автомат GL posting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Татварын тайлан Excel/CSV экспорт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САНХҮҮ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Санхүүгийн тайлангууд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санхүүгийн тайлангууд, график, экспорт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Туршилтын үлдэгдэл (Trial Balance)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дансны Debit vs Credit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Огноо сонгох (эхлэх-дуусах)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зөв/зөрсөн автомат шалгалт ✅❌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Баланс (Balance Sheet)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= Liabilities + Equity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багана: Хөрөнгө / Өр / Өмч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зөв эсэх автомат шалгалт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Ашиг/Алдагдал (P&amp;L)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Орлого vs Зарлага, Цэвэр ашиг/алдагдал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— Орлого vs Зардал Bar/Pie Chart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Зардлын бүтэц ангилал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НӨАТ тайлан (VAT)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Борлуулалт &amp; Худалдан авалтын НӨАТ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Татварын суурь, хувь, дүн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 экспорт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Агуулах &amp; Бараа (Inventory)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Барааны бүртгэл, агуулахын нөөц, орлого/зарлага, хугацаа дуусах сэрэмжлүүлэг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Барааны бүртгэл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SKU, нэр, тайлбар, баркод, ангилал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Борлуулалтын үнэ / Өртөг, Бараа/Үйлчилгээ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Нөөцийн хяналт: trackInventory / trackExpiry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Агуулах &amp; Нөөц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агуулах, салбар хуваарилах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Levels — агуулах × бараа тоо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Quantity, нөөц дуусах alert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Stock Movements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төрөл: In / Out / Adjustment / Transfer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Number, Expiry Date tracking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— захиалга/нэхэмжлэхтэй холбох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Тайлан &amp; Сэрэмжлүүлэг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Агуулахын нөөцийн нэгтгэл, хөдөлгөөний түүх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Дуусах хугацааны сэрэмжлүүлэг (30 хоног)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алданги widget, Low stock alert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Борлуулалт &amp; Худалдан авалт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 → Invoice → Payment → GL — бүрэн цикл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Борлуулалтын захиалга (Sales)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SO-2024-001 автомат дугаарлалт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 сонгох, захиалгын мөрүүд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Confirmed → Delivered → Invoiced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Агуулахаас бараа хасалт автомат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Нэхэмжлэх автомат үүсгэх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Худалдан авалт (Purchase)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PO-2024-001 автомат дугаарлалт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Бэлтгэн нийлүүлэгч сонгох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Ordered → Received → Invoiced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Агуулахад бараа нэмэлт автомат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Худалдан авалтын нэхэмжлэх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572000"/>
            <a:ext cx="116128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CRM — Харилцагчид (Contacts)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Supplier / Both  •  РД, ХХОАТ дугаар  •  Банк, данс  •  Зээлийн хязгаар  •  Төлбөрийн нөхцөл  •  Утас, имэйл, хаяг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Тээврийн удирдлага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Тээврийн хэрэгсэл, маршрут, аялал, ажилтны автобус захиалга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🚐 Тээврийн хэрэгсэл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Автобус/машины бүртгэл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Дугаар, загвар, хүчин чадал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Жолоочийн мэдээлэл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Идэвхтэй/идэвхгүй статус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Маршрут &amp; Аялал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CRUD (нэр, чиглэл)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Аялал (Trips) — огноо, цаг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Зогсоолын цэгүүд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Хуваарь (Schedule)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Ажилтны захиалга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246888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Автобус захиалах (Bus Booking)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Маршрут, аялал сонгох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Захиалгын статус хянах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Хуваарь харах (календарь)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Цайны газрын удирдлага (Canteen)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Хоолны эрхийн данс, QR таних, хоол олгох, суутгал автомат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Wallet систем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 бүрт хоолны эрхийн данс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Үлдэгдэл хянах, зарцуулалтын түүх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 бүрт нэгтгэл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Сар бүр → Цалингаас суутгал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🔝 Admin цэнэглэлт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Олноор цэнэглэх (Bulk Top-up)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Хэлтэсээр / ажилтнаар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Цэнэглэлтийн түүх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Дүнг тохируулах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 Serve Terminal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22860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код уншуулж ажилтан таних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Хоол олгох → Wallet-ээс хасах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Terminal (Registry модуль)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Ажилтны зураг, нэр харагдана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Top-up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 Scan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Хоол олгох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0" y="50292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Payroll суутгал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HSE — Аюулгүй ажиллагаа (Safety)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Зөрчлийн бүртгэл, нийтийн мэдээлэл, ажилтны мэдээлэх боломж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Зөрчлийн бүртгэл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46888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Аюулгүй ажиллагааны мэдээлэл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Зөрчлийн тайлан, зураг хавсаргах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Зөрчлийн ангилал, хүндрэл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Хэн, хэзээ, хаана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Шийдвэрлэлтийн явц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Нийтийн мэдээлэл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Feed — бүх ажилтнууд харна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Reports — ажилтны өөрийнх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 бүрт харагдана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Ажилтнууд мэдээлэл илгээх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Шинэ → Хянаж байна → Шийдвэрлэсэн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Дотоод харилцаа &amp; Мэдээ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чат, мэдээний самбар, мэдэгдэл, хүсэлтийн систем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Дотоод чат (Real-time)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WebSocket — бодит цагийн мессеж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Зураг, файл хавсаргах, Lightbox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Хэлтэс доторх &amp; хоорондын харилцаа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Мэдээний самбар (News Feed)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Post: Announcement, Birthday, Achievement, Event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(6 reaction), Comment, Pin, Severity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Зураг, файл хавсаргах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Хүсэлтийн систем (Requests)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 хүсэлт үүсгэх, Менежер батлах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Inbox, My Requests, Request Details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Сэтгэгдэл нэмэх, дэлгэрэнгүй хянах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Баримт бичиг (DMS)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upload, PDF Preview, Digital Signature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workflow: Draft → Processing → Completed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 дугаарлалт, SLA Deadline, Audit Trail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18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АЮУЛГҮЙ БАЙДАЛ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Аюулгүй байдал &amp; Хяналт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аюулгүй байдлыг олон давхаргаар хамгаална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→ Permissions.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× Action.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976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Speakeasy + TOTP.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Authenticator.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кодоор тохируулах.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3816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CRUD бүртгэл.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Хуучин/шинэ утга.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User Agent.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Идэвхтэй session хянах.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Тус тусдаа revoke.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мэдээлэл.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4114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2976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Passport.js + Google.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code бүртгэл.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боломж.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41148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13816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хамгаалалт.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Bcrypt, Password policy.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🧑‍💼 Хэрэглэгчийн ролууд &amp; Эрхүүд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бүрт тохирсон интерфэйс, эрх автоматаар тохируулагдана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модуль, тохиргоо, RBAC,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Log, хэрэглэгч удирдах,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тохиргоо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82880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Ажилтан, хэлтэс, ирц, цалин,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чөлөө, гүйцэтгэл удирдах,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бичиг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Багийн ирц, ээлж, хүсэлт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батлах, гүйцэтгэл үнэлэх,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 батлах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35440" y="18288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828800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3544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Профайл, ирц, цалин, хүсэлт,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чат, баримт, аюулгүй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ажиллагаа, My Roster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Permission-based Sidebar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7744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navigation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9768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⭐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 ⌨️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3816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protection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058400" y="50292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E1B4B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Must-change-password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Гуравдагч системтэй интеграци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Монголын бизнесийн орчинд хэрэглэгддэг бүх системтэй холбогдоно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🇲🇳 И-Баримт (E-Barimt) — PosAPI 3.0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Нэхэмжлэх → автомат И-Баримт илгээх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Production, autoSend ON/OFF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илгээсэн / амжилттай / алдаа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QPay — QR төлбөрийн систем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Нэхэмжлэх бүрт QPay QR код үүсгэх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callback → автомат GL posting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Production горим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🌤️ OpenWeatherMap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Улаанбаатарын бодит цаг агаар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Хүйтний/халуун сэрэмжлүүлэг → WFH санал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 тутамд шинэчлэл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Nodemailer — Имэйл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Бүртгэл баталгаажуулах, нууц үг сэргээх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мэдэгдлүүд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template-тэй мэдэгдэл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21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Технологийн стек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Орчин үеийн, найдвартай технологиуд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UI/shadcn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15600" y="182880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0" y="1828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BACKEND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6112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Passport.js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515600" y="3017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 &amp; INFRA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42062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42062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42062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Migrations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42062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4206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Dev Server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INTEGRATIONS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И-Баримт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jsPDF/XLSX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515600" y="5394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0" y="5394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Speakeasy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22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Multi-tenant архитектур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системд олон байгууллага — тус тусдаа мэдээлэл, тохиргоо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Tenant тусгаарлалт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хүснэгтэд tenantId — Row-Level Security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Code (MON-8899) — Шинэ хэрэглэгч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Tenant: legalName, regNo, vatNo, address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active / suspended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Салбар (Branches)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салбар: Толгой оффис (HQ) + Салбарууд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координат, Geofence радиус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Оффис WiFi SSID тохируулах</a:t>
            </a:r>
            <a:endParaRPr lang="en-US" sz="1000" dirty="0"/>
          </a:p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Run → Салбар бүрт тусдаа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29768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Компанийн тохиргоо (Company Settings)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00"/>
              </a:spcBef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Ажлын цаг (09:00-18:00)  •  Хоцрох threshold  •  Баримтын хандалт: strict/history  •  Лого  •  QPay тохиргоо  •  И-Баримт тохиргоо  •  Цаг агаар threshold  •  SMTP email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Мэдээллийн сангийн бүтэц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50+ хүснэгт, Drizzle ORM migration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Хүснэгт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6459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Page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Модуль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 хүснэгтүүд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Онцлог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users, sessions, roles, permissions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 + 2FA + OAuth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employees, departments, jobTitles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 бүтэц, multi-branch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attendanceDays, leaveRequests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Geofence, Selfie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payrollRuns, payslips, allowances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НДШ/ХХОАТ авто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periods, goals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Weight, Quality, Audit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accounts, journalEntries, invoices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Double-entry GL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products, warehouses, stockMovements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Expiry, Batch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wallets, transactions, menus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QR, Wallet, Staging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chatMessages, documents, posts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WebSocket, DMS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24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MonERP-ийн давуу талууд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Яагаад MonERP сонгох вэ?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цэгийн шийдэл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HR, санхүү, агуулах, тээвэр — бүгд нэг системд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🇲🇳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Монгол хэл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UI, мэдэгдэл, тайлан Монгол хэл дээр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мэдэгдэл, чат, бодит цагийн updates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дизайн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 утас, таблет, компьютерээс хандах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давхар аюулгүй байдал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+ 2FA + Audit Log + Session удирдлага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🇲🇳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МУ-ын стандартад нийцсэн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И-Баримт, QPay, НДШ/ХХОАТ татварын нийцэл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Тайлан &amp; Дашбоард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Balance, Balance Sheet, P&amp;L, PDF/Excel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сонголтоор горим солих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 &amp; Selfie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камер + WiFi SSID-ээр ирц бүртгэх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58000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зөвлөгөө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Мөнгөн урсгалын таамаглал, автомат сэрэмжлүүлэг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25 / 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54864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Баярлалаа!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MonERP — Enterprise Edition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Байгууллагын удирдлагын нэгдсэн систем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Хүснэгт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Дэлгэц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066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4183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484632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1E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4846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 + 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484632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0E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4846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Full Stack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484632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0D332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846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VPS Deploy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0" y="4846320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2E1065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4846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Ready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хөгжүүлэлтийн баг • 2024-2026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MonERP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MonERP — Enterprise Resource Planning System</dc:title>
  <dc:subject>MonERP ERP System - Дэлгэрэнгүй Танилцуулга</dc:subject>
  <dc:creator>MonERP Team</dc:creator>
  <cp:lastModifiedBy>MonERP Team</cp:lastModifiedBy>
  <cp:revision>1</cp:revision>
  <dcterms:created xsi:type="dcterms:W3CDTF">2026-04-14T08:18:48Z</dcterms:created>
  <dcterms:modified xsi:type="dcterms:W3CDTF">2026-04-14T08:18:48Z</dcterms:modified>
</cp:coreProperties>
</file>